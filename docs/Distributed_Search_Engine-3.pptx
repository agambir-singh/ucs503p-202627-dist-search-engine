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97280"/>
            <a:ext cx="1371600" cy="4572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1554480"/>
            <a:ext cx="731520" cy="128016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607040" y="2834640"/>
            <a:ext cx="822960" cy="128016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235440" y="4114800"/>
            <a:ext cx="1371600" cy="18288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926080"/>
            <a:ext cx="548640" cy="13716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686800" y="1097280"/>
            <a:ext cx="640080" cy="18288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686800" y="2834640"/>
            <a:ext cx="2743200" cy="9144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4584" y="10149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616184" y="14721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1347704" y="27523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69880" y="3977640"/>
            <a:ext cx="274320" cy="274320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13" name="Shape 11"/>
          <p:cNvSpPr/>
          <p:nvPr/>
        </p:nvSpPr>
        <p:spPr>
          <a:xfrm>
            <a:off x="9153144" y="42153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604504" y="28437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SEARCH ENGINE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Sharded, low-latency search over Wikipedia-scale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502920" cy="36576"/>
          </a:xfrm>
          <a:prstGeom prst="rect">
            <a:avLst/>
          </a:prstGeom>
          <a:solidFill>
            <a:srgbClr val="3FBFA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Spring Cloud · Redis · Elasticsearch · Docker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production-style, horizontally-scaled search engine built with Java and Spring Boot that indexes and serves full-text and semantic queries over a large document corpus — engineered end-to-end from storage layout to query routing.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3291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3291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959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index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partitioned across nodes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16352" y="30632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3291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291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07792" y="3959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53512" y="42519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available through node failures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84064" y="30632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3291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833872" y="3291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75504" y="3959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21224" y="42519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responses under concurrent 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653796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5780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hands-on exploration of sharding, ranking, and caching at scale — the core mechanics behind real-world search systems.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1600200"/>
            <a:ext cx="4160520" cy="466344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Snapshot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0" y="2386584"/>
            <a:ext cx="82296" cy="82296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2585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01000" y="2514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cluster (Spring Boot)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0" y="3099816"/>
            <a:ext cx="82296" cy="82296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29718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01000" y="3227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service discovery (Spring Cloud)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0" y="3813048"/>
            <a:ext cx="82296" cy="82296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36850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01000" y="394106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(Elasticsearch) + vector similarity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72400" y="4526280"/>
            <a:ext cx="82296" cy="82296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0" y="439826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01000" y="465429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with distributed locking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0" y="5239512"/>
            <a:ext cx="82296" cy="82296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51114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001000" y="53675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Docker cluster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search engine from scratch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one machine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search workloads outgrow a single index — data volume and query load both demand horizontal scale-out.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F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distributed systems by building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Sharding, coordination, and fault tolerance are best understood by implementing them, not just reading about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F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42232"/>
            <a:ext cx="502920" cy="502920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alone falls short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BM25 misses meaning — fuzzy phrasing and semantically related queries need vector-based ranking too.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F2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4223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87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matters at scale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thousands of queries per second requires careful caching, parallel fan-out, and result merging — not just a bigger index.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98932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these four pressures — scale, learning value, relevance, and latency — shaped every design decision that follows.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 single-node keyword search system cannot solve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a single machine cannot store, search, and rank a large, growing document collection quickly, reliably, and relevantly at the same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too large for one node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048256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single-machine index cannot hold or serve a large, growing set of documents with acceptable memory and latency headroom.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61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tolerance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706624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means one point of failure — any crash takes the whole search service down with no way to recover automatically.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19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gap in keyword-only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364992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ranks on exact term overlap, so semantically related or loosely-phrased queries return poor or missing results.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78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041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throughput ceiling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023360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single-node query execution cannot sustain heavy concurrent query load at low latency.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608576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36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7000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recomputation under load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681728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caching and locking, repeated and concurrent queries waste compute and risk cache stampedes.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without sharding, ranking, and caching working together, the system cannot meet real-world latency, relevance, or availability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sharded engine with hybrid ranking and smart caching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A2352"/>
          </a:solidFill>
          <a:ln w="12700">
            <a:solidFill>
              <a:srgbClr val="2C39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83664"/>
            <a:ext cx="502920" cy="502920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microservices with Eureka-based service discovery and fault-tolerant coordination keep the cluster available through node failures.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A2352"/>
          </a:solidFill>
          <a:ln w="12700">
            <a:solidFill>
              <a:srgbClr val="2C39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8836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6276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Ranking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BM25 combined with vector similarity embeddings improves relevance for fuzzy and semantic queries.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A2352"/>
          </a:solidFill>
          <a:ln w="12700">
            <a:solidFill>
              <a:srgbClr val="2C39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832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1272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 / Top-K Merge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8386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shard queries via Spring WebClient with merged top-K results sharply reduce end-to-end latency vs. single-node search.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80944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A2352"/>
          </a:solidFill>
          <a:ln w="12700">
            <a:solidFill>
              <a:srgbClr val="2C39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3383280"/>
            <a:ext cx="502920" cy="502920"/>
          </a:xfrm>
          <a:prstGeom prst="ellipse">
            <a:avLst/>
          </a:prstGeom>
          <a:solidFill>
            <a:srgbClr val="3FBFA3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1272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+ Distributed Locking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48386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 with distributed locking prevents thundering-herd effects, delivering fast cache hits under high concurrency.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18520" cy="960120"/>
          </a:xfrm>
          <a:prstGeom prst="roundRect">
            <a:avLst>
              <a:gd name="adj" fmla="val 8571"/>
            </a:avLst>
          </a:prstGeom>
          <a:solidFill>
            <a:srgbClr val="1A2352"/>
          </a:solidFill>
          <a:ln w="12700">
            <a:solidFill>
              <a:srgbClr val="2C39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7137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137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4608576"/>
            <a:ext cx="9829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Docker Cluster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937760"/>
            <a:ext cx="9829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shards, coordinator, Redis, Eureka, and Ollama deployed together for a reproducible, production-like environment.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41848"/>
            <a:ext cx="11064240" cy="9144"/>
          </a:xfrm>
          <a:prstGeom prst="rect">
            <a:avLst/>
          </a:prstGeom>
          <a:solidFill>
            <a:srgbClr val="2C396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332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fast, relevant search that stays available and responsive as data and traffic grow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2026-08-10T04:43:04Z</dcterms:created>
  <dcterms:modified xsi:type="dcterms:W3CDTF">2026-08-10T04:43:04Z</dcterms:modified>
</cp:coreProperties>
</file>