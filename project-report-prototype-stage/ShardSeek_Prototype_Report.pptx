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65F46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</a:t>
            </a:r>
            <a:pPr indent="0" marL="0">
              <a:buNone/>
            </a:pPr>
            <a:r>
              <a:rPr lang="en-US" sz="2200" b="1" i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46920" y="54864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69037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39528" y="548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SEARCH PROTOTYPE — SCOPE REPORT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built: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i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index + BM25, single shard.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scoped-down prototype report — this build implements inverted indexing, BM25 relevance ranking, and a single search shard with H2 persistence. Distributed sharding, Redis, and vector embeddings are intentionally out of scope for this milestone.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623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26464" y="562356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5623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52928" y="5623560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52928" y="5623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9392" y="5623560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9392" y="5623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5623560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65776" y="562356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date: September 14,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this build — and what isn't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concept spanned a distributed cluster with hybrid ranking. This prototype deliberately narrows scope to prove the core retrieval mechanics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58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in this build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9535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825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98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term → posting-list index over the uploaded document set.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6393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ranking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85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 with term frequency, inverse document frequency, and length normalization.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3251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1970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search shard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71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Spring Boot service handles indexing and querying end to end — no cluster fan-out.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0109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4882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persistence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157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and documents persist to an embedded H2 database across restarts.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56967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5568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query cache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8430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queries are served from a local cache without re-scoring.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196596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565392" y="22860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65392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2258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this build (future work)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11112" y="2953512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85432" y="2825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sharding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885432" y="30998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partitioning of the index across multiple service instances.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85432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885432" y="3785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cache and locking shared across nodes.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11112" y="4325112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85432" y="41970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885432" y="4471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hybrid ranking alongside BM25.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11112" y="5010912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85432" y="4882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backend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885432" y="5157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search engine replacing the custom index.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11112" y="5696712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85432" y="5568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multi-service cluster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885432" y="58430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discovery, and shard containers running together.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SHARDSEEK — PROTOTYPE REPORT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Single-shard request 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Spring Boot process owns the full pipeline — no coordinator, no service discovery, no fan-out.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441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UI / REST call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2775204"/>
            <a:ext cx="384048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2715768" y="214884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07208" y="2441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@RestController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98848" y="2775204"/>
            <a:ext cx="384048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882896" y="214884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74336" y="2441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Parser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74336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+ normalize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65976" y="2775204"/>
            <a:ext cx="384048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0024" y="214884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41464" y="2441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41464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→ posting 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33104" y="2775204"/>
            <a:ext cx="384048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17152" y="214884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08592" y="2441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Ranker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sort top-K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425196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26080" y="43799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Query Cache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short-circuits repeat queries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425196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43799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index + documents to disk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3931920" y="4251960"/>
            <a:ext cx="0" cy="-685800"/>
          </a:xfrm>
          <a:prstGeom prst="line">
            <a:avLst/>
          </a:prstGeom>
          <a:noFill/>
          <a:ln w="15875">
            <a:solidFill>
              <a:srgbClr val="FBBF24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6995160" y="4251960"/>
            <a:ext cx="0" cy="-685800"/>
          </a:xfrm>
          <a:prstGeom prst="line">
            <a:avLst/>
          </a:prstGeom>
          <a:noFill/>
          <a:ln w="15875">
            <a:solidFill>
              <a:srgbClr val="60A5FA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869680" y="4389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ranked results, top-K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flipH="1">
            <a:off x="9052560" y="3566160"/>
            <a:ext cx="-457200" cy="1005840"/>
          </a:xfrm>
          <a:prstGeom prst="bentConnector3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486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fault tolerance, node discovery, and cross-shard merging are not applicable — there is only one shard in this prototype.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SHARDSEEK — PROTOTYPE REPORT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indexing + BM25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Index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13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term maps to a posting list of the documents it appears in, plus term frequency.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doc_03 (tf 2), doc_11 (tf 1), doc_19 (tf 3)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557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doc_01 (tf 4), doc_03 (tf 1), doc_27 (tf 2)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959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doc_02 (tf 1), doc_19 (tf 1)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pipeline: tokenize → lowercase → strip stopwords → build postings → persist to H2.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5605272" cy="4480560"/>
          </a:xfrm>
          <a:prstGeom prst="roundRect">
            <a:avLst>
              <a:gd name="adj" fmla="val 2041"/>
            </a:avLst>
          </a:prstGeom>
          <a:solidFill>
            <a:srgbClr val="065F46"/>
          </a:solidFill>
          <a:ln/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55080" y="187452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Relevance Ranking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13432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candidate document per query term, combining term frequency, inverse document frequency, and document-length normalization.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108960"/>
            <a:ext cx="4965192" cy="1051560"/>
          </a:xfrm>
          <a:prstGeom prst="roundRect">
            <a:avLst>
              <a:gd name="adj" fmla="val 5217"/>
            </a:avLst>
          </a:prstGeom>
          <a:solidFill>
            <a:srgbClr val="064E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227832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score(D,Q) = Σ IDF(qᵢ) · f(qᵢ,D)·(k1+1) / [f(qᵢ,D) + k1·(1-b+b·|D|/avgdl)]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7490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= 1.2   ·   b = 0.75   (standard BM25 defaults used in this prototype)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45537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01968" y="4425696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down-weights terms that appear in most documents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99262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01968" y="48646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Term-frequency saturation avoids over-rewarding repeated words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54315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01968" y="5303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normalization keeps long documents from dominating results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SHARDSEEK — PROTOTYPE REPORT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from the running prototype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live from the ShardSeek search UI for the query "engine" against the current H2-backed index.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 ms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 H2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TERMS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inverted-index vocabulary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query response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0120" y="503834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88720" y="48920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ms end-to-end is single-node, single-shard latency — no network hop to other shards or a coordinator.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0120" y="538581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88720" y="523951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1,274 unique terms over 32 documents reflects a small demo corpus; index size scales linearly with vocabulary.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0120" y="573328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88720" y="558698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cached response shows the query cache is warming up, not yet stress-tested under concurrent load.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SHARDSEEK — PROTOTYPE REPORT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F46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this prototype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proves inverted indexing + BM25 on a single shard. The next milestones extend it toward the original distributed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sharding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index across multiple Spring Boot instances with query fan-out and top-K merge.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8404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in-memory cache to shared Redis with distributed locking to prevent cache stampedes.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23317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38404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semantic similarity ranking alongside BM25 for a hybrid relevance pipeline.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3317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98864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3200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coordination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38404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service discovery so the cluster stays available through node failures.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— none of the roadmap items above are implemented in the current codebase.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SHARDSEEK — PROTOTYPE REPORT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2026-09-14T06:57:12Z</dcterms:created>
  <dcterms:modified xsi:type="dcterms:W3CDTF">2026-09-14T06:57:12Z</dcterms:modified>
</cp:coreProperties>
</file>